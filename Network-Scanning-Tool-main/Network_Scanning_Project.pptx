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Network Scanning Tool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A Python-based Network Discovery &amp; Analysis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Network scanning is the process of discovering and analyzing active hosts and services on a network.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Uses multiple techniques: ICMP (ping), TCP port scanning, and ARP (Address Resolution Protocol).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Essential for network administration, security auditing, and penetration testing.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Key Features (Part 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ICMP Scan: Checks if a host is up using ping (echo request)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Reports host status: UP or DOWN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Includes target IP in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TCP Port Scan: Identifies open, closed, or filtered 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Supports custom port lists (e.g., 80,443) and ranges (e.g., 1-1000)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Reports port status for each scanned 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Key Features (Part 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ARP Scan: Discovers active hosts on a local network segment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Returns IP and MAC address pairs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Useful for subnet mapping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Flexible Targeting: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Scans single IPs: 192.168.1.1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Scans entire subnets: 192.168.1.0/24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Key Features (Part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Performance &amp; Control: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Timeout Control: User-configurable timeout per scan (default: 2 seconds)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Rate Limiting: Optional delay between probes to avoid flooding (--delay flag)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Max Ports Enforcement: Limits the number of ports scanned (--max-ports flag)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Output &amp;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Terminal Display: Real-time results printed to console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File Output: Save results to text files (--output flag)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Metadata Headers: Includes scan timestamp, target, scan type, and parameters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Safe File Handling: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- Append mode (--append): Add to existing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- Force overwrite (--force): Override safety checks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  - Prevents accidental data loss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Security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Privilege Checks: Warns if root privileges required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Rate Limiting: Avoids network flooding and DoS-like behavior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Logging: All scan activities logged to logs/scanner.log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Input Validation: Validates IP addresses, subnets, and port ranges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Safe Output Handling: Prevents accidental file overwrites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CLI Interface (main.py)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Argument Parsing &amp;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Scanner Logic (scanner.py) → ICMP, TCP, ARP Scans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Result Formatting → Terminal Print or File Write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Language: Python 3.10+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Core Libraries: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Scapy: Network packet manipulation and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ipaddress: IP address validation and subnet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typing-extensions: Type hints for better code clarity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logging: Audit and error tracking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365760" y="1005840"/>
            <a:ext cx="841248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Usage 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Courier New"/>
              </a:defRPr>
            </a:pPr>
            <a:r>
              <a:t># Scan single host for ICMP and TCP ports</a:t>
            </a:r>
            <a:br/>
            <a:r>
              <a:t>python src/main.py 192.168.1.1 -p 80,443</a:t>
            </a:r>
            <a:br/>
            <a:br/>
            <a:r>
              <a:t># Scan subnet with ARP and save results</a:t>
            </a:r>
            <a:br/>
            <a:r>
              <a:t>python src/main.py 192.168.1.0/24 -t arp -o results.txt</a:t>
            </a:r>
            <a:br/>
            <a:br/>
            <a:r>
              <a:t># Full scan with rate limiting</a:t>
            </a:r>
            <a:br/>
            <a:r>
              <a:t>python src/main.py 192.168.1.1 -t all -p 1-100 --delay 0.5 -o scan.txt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Command-Line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-t, --type: Scan type (all, icmp, tcp, arp). Default: all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-p, --ports: Ports to scan (e.g., 80,443 or 1-1000)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-T, --timeout: Timeout in seconds. Default: 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-o, --output: Write output to text file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--delay: Delay between probes in seconds. Default: 0.0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--max-ports: Maximum ports per scan. Default: 1024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--append: Append to output file instead of overwriting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--force: Force actions that would otherwise be blocked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Network Scanning 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main.py (Entry point)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src/scanner.py (Core scanning logic)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tests/ (Unit and integration tests)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docs/ (Documentation)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├── requirements.txt (Dependencies)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└── README.md (Quickstart guide)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365760" y="1005840"/>
            <a:ext cx="841248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Sample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Courier New"/>
              </a:defRPr>
            </a:pPr>
            <a:r>
              <a:t>ICMP Scan Result:</a:t>
            </a:r>
            <a:br/>
            <a:r>
              <a:t>Scan Results:</a:t>
            </a:r>
            <a:br/>
            <a:r>
              <a:t>=============</a:t>
            </a:r>
            <a:br/>
            <a:r>
              <a:t>ICMP Scan: Host 192.168.1.1 is UP</a:t>
            </a:r>
            <a:br/>
            <a:br/>
            <a:r>
              <a:t>TCP Scan Result:</a:t>
            </a:r>
            <a:br/>
            <a:r>
              <a:t>Port 80: open</a:t>
            </a:r>
            <a:br/>
            <a:r>
              <a:t>Port 443: open</a:t>
            </a:r>
            <a:br/>
            <a:r>
              <a:t>Port 8080: closed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Advantages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Comprehensive: Supports multiple scan 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User-Friendly: Simple CLI with clear help messages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Secure: Built-in privilege checks and logging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Efficient: Rate limiting to avoid network strain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Flexible: Works with IPs and subnets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Safe Output: Prevents accidental file overwrites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Extensible: Modular design for new features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Testing &amp;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Unit Tests: tests/test_scanner.py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Integration Tests: tests/test_integration.py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Comprehensive error handling and logging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All inputs validated before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Run tests: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python -m unittest discover tests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⚠ Requires root/sudo privileges for raw socket operations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⚠ Use responsibly and only on networks you own or have permission to scan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⚠ Unauthorized network scanning may be illegal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Enable logging for audit trails and compliance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Rate limiting prevents accidental DoS-like behavior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UDP Scan: Add UDP port scanning capability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Service Detection: Identify services running on open ports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Web Dashboard: GUI for visualizing scan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JSON Export: Output results in JSON format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Scheduling: Automated periodic scans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Database Integration: Store historical scan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365760" y="1005840"/>
            <a:ext cx="8412480" cy="5029200"/>
          </a:xfrm>
          <a:prstGeom prst="rect">
            <a:avLst/>
          </a:prstGeom>
          <a:solidFill>
            <a:srgbClr val="1E1E1E"/>
          </a:solidFill>
          <a:ln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Installation &amp;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00000"/>
                </a:solidFill>
                <a:latin typeface="Courier New"/>
              </a:defRPr>
            </a:pPr>
            <a:r>
              <a:t># Create virtual environment</a:t>
            </a:r>
            <a:br/>
            <a:r>
              <a:t>python3 -m venv venv</a:t>
            </a:r>
            <a:br/>
            <a:br/>
            <a:r>
              <a:t># Activate virtual environment</a:t>
            </a:r>
            <a:br/>
            <a:r>
              <a:t>source venv/bin/activate</a:t>
            </a:r>
            <a:br/>
            <a:br/>
            <a:r>
              <a:t># Install dependencies</a:t>
            </a:r>
            <a:br/>
            <a:r>
              <a:t>pip install -r requirements.txt</a:t>
            </a:r>
            <a:br/>
            <a:br/>
            <a:r>
              <a:t># Run a scan</a:t>
            </a:r>
            <a:br/>
            <a:r>
              <a:t>python src/main.py 192.168.1.1 -p 80,443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README.md: Quick start guide and basic usage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Documentation_Overview.md: Detailed project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Code Comments: Inline documentation in Python files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• Help Command: python src/main.py --help for CLI reference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4E78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78638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What: Python network scanning tool with ICMP, TCP, and ARP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Why: Essential for network administration and security auditing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How: Simple CLI, flexible options, secure design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Key Takeaways: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Multi-protocol scanning ✓ Flexible targeting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323232"/>
                </a:solidFill>
              </a:defRPr>
            </a:pPr>
            <a:r>
              <a:t>✓ Secure implementation ✓ Safe output handling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